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1.47</c:v>
                </c:pt>
                <c:pt idx="1">
                  <c:v>9</c:v>
                </c:pt>
                <c:pt idx="2">
                  <c:v>31.2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비용</c:v>
                </c:pt>
              </c:strCache>
            </c:strRef>
          </c:tx>
          <c:spPr>
            <a:solidFill>
              <a:srgbClr val="E8E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2.75</c:v>
                </c:pt>
                <c:pt idx="1">
                  <c:v>6.36</c:v>
                </c:pt>
                <c:pt idx="2">
                  <c:v>12.84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Stori</a:t>
            </a:r>
            <a:pPr indent="0" marL="0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666666"/>
                </a:solidFill>
              </a:rPr>
              <a:t>es</a:t>
            </a:r>
            <a:pPr indent="0" marL="0">
              <a:lnSpc>
                <a:spcPct val="85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5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666666"/>
                </a:solidFill>
              </a:rPr>
              <a:t>Stora</a:t>
            </a:r>
            <a:pPr indent="0" marL="0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ge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이야기저장소 — 스토리지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기억을 저장하고, 내일을 준비하는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디지털 레거시 플랫폼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투자제안서  |  2026.03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파파스컴퍼니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A1A1A"/>
                </a:solidFill>
              </a:rPr>
              <a:t>갑작스러운 죽음 앞에서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A1A1A"/>
                </a:solidFill>
              </a:rPr>
              <a:t>가족은 아무것도 모릅니다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" cy="91440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</a:rPr>
              <a:t>78%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</a:rPr>
              <a:t>가족에게 보안정보(계좌, 비밀번호)를 전달하지 못하고 사망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8036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D9"/>
                </a:solidFill>
              </a:rPr>
              <a:t>92%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2880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</a:rPr>
              <a:t>부모님의 생애 이야기를 체계적으로 기록하지 못함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31920"/>
            <a:ext cx="54864" cy="914400"/>
          </a:xfrm>
          <a:prstGeom prst="rect">
            <a:avLst/>
          </a:prstGeom>
          <a:solidFill>
            <a:srgbClr val="00C9B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B7"/>
                </a:solidFill>
              </a:rPr>
              <a:t>35.8만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77440" y="3931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</a:rPr>
              <a:t>연간 사망자 수(2024) — 초고령사회 진입으로 매년 증가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A1A1A"/>
                </a:solidFill>
              </a:rPr>
              <a:t>살아있는 동안 기록하고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A1A1A"/>
                </a:solidFill>
              </a:rPr>
              <a:t>떠난 후에도 기억되는 플랫폼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41732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일기/편지 기록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사진, 음성, 위치, 날씨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자동 태깅 저널링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783080"/>
            <a:ext cx="2651760" cy="1417320"/>
          </a:xfrm>
          <a:prstGeom prst="rect">
            <a:avLst/>
          </a:prstGeom>
          <a:solidFill>
            <a:srgbClr val="FFF0F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65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시크릿 코드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6616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은행, 부동산, 가상자산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E2EE 암호화 보관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1783080"/>
            <a:ext cx="2651760" cy="1417320"/>
          </a:xfrm>
          <a:prstGeom prst="rect">
            <a:avLst/>
          </a:prstGeom>
          <a:solidFill>
            <a:srgbClr val="E8FAF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가족 관리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가족 등록, 열람 예약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유고 시 인증 열람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383280"/>
            <a:ext cx="2651760" cy="141732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661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AI 자서전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1520" y="3977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대화형 인터뷰로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자서전 자동 생성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383280" y="3383280"/>
            <a:ext cx="2651760" cy="141732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5661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종이책 출판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566160" y="3977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일기, 편지, 자서전을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POD로 종이책 제작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17920" y="3383280"/>
            <a:ext cx="2651760" cy="14173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5661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디지털 추모관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400800" y="3977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유고 후 자동 활성화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QR로 조문객 공유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User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하나의 앱, 하나의 여정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88720" y="2286000"/>
            <a:ext cx="6858000" cy="0"/>
          </a:xfrm>
          <a:prstGeom prst="line">
            <a:avLst/>
          </a:prstGeom>
          <a:noFill/>
          <a:ln w="2540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일기, 편지, 사진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매일의 기억 저장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965960"/>
            <a:ext cx="640080" cy="640080"/>
          </a:xfrm>
          <a:prstGeom prst="ellipse">
            <a:avLst/>
          </a:prstGeom>
          <a:solidFill>
            <a:srgbClr val="FF6B9D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보관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시크릿 코드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보안정보 암호화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640080" cy="64008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전달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유고 시 가족에게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안전한 전달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965960"/>
            <a:ext cx="640080" cy="640080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출판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AI 자서전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종이책 출판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96596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추모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디지털 추모관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영원한 기억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</a:rPr>
              <a:t>생전의 기록 → 자서전 소스 → 유고 후 추모관 콘텐츠로 자동 전환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$15B+ 시장, 연 15% 성장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291840" cy="3291840"/>
          </a:xfrm>
          <a:prstGeom prst="ellipse">
            <a:avLst/>
          </a:prstGeom>
          <a:solidFill>
            <a:srgbClr val="4A90D9">
              <a:alpha val="12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03120"/>
            <a:ext cx="2194560" cy="2194560"/>
          </a:xfrm>
          <a:prstGeom prst="ellipse">
            <a:avLst/>
          </a:prstGeom>
          <a:solidFill>
            <a:srgbClr val="4A90D9">
              <a:alpha val="2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560320"/>
            <a:ext cx="1280160" cy="12801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TAM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SAM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TAM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$23B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글로벌 디지털 레거시 시장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CAGR 15.6% (2025-2030)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697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SAM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$3.2B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아시아태평양 디지털 레거시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CAGR 18.1% (가장 빠른 성장)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SOM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₩300억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한국 디지털 레거시 + 개인출판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480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초고령사회, 연 사망 35.8만명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세계 최초 End-to-End 플랫폼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일기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AI자서전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출판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추모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</a:rPr>
                        <a:t> Storige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 Day 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A017"/>
                          </a:solidFill>
                        </a:rPr>
                        <a:t>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 Everplans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 GoodTrust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 메모리얼캔버스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A017"/>
                          </a:solidFill>
                        </a:rPr>
                        <a:t>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B7"/>
                          </a:solidFill>
                        </a:rPr>
                        <a:t>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 고이장례연구소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A017"/>
                          </a:solidFill>
                        </a:rPr>
                        <a:t>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A017"/>
                          </a:solidFill>
                        </a:rPr>
                        <a:t>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Storige = Day One(기록) + Everplans(보안) + 메모리얼캔버스(추모) + 파파스(출판)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4계층 수익 모델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</a:rPr>
              <a:t>구독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무료 → 프리미엄(9,900원/월) → 패밀리(19,900원/월)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417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40%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54864" cy="731520"/>
          </a:xfrm>
          <a:prstGeom prst="rect">
            <a:avLst/>
          </a:prstGeom>
          <a:solidFill>
            <a:srgbClr val="00C9B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7"/>
                </a:solidFill>
              </a:rPr>
              <a:t>출판/POD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286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일기 39,000원 / 자서전 59,000원 / 앨범 29,000원  (마진 60%+)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286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7"/>
                </a:solidFill>
              </a:rPr>
              <a:t>30%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54680"/>
            <a:ext cx="54864" cy="73152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</a:rPr>
              <a:t>서비스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154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AI 자서전 대행 29만 / 영상 인터뷰 49만 / 전문 자서전 99만+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3154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9D"/>
                </a:solidFill>
              </a:rPr>
              <a:t>20%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54864" cy="731520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73"/>
                </a:solidFill>
              </a:rPr>
              <a:t>B2B 제휴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023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장례식장 수수료 / 상조사 번들 / 보험사 연계 / 실버타운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4023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D573"/>
                </a:solidFill>
              </a:rPr>
              <a:t>10%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148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9D"/>
                </a:solidFill>
              </a:rPr>
              <a:t>핵심:  파파스컴퍼니 25년 인쇄 인프라 → 자체 POD → 외부 대비 원가 30~40% 절감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Year 2 BEP, Year 3 영업이익률 59%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Year 1 매출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1.5억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205740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Year 2 매출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9억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35040" y="265176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Year 3 매출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31.2억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35040" y="324612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BEP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3246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18개월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035040" y="384048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1792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</a:rPr>
              <a:t>Y3 영업이익률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59%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Competitive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5가지 핵심 경쟁 우위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생전→사후 연속성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기록→보관→전달→출판→추모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하나의 데이터로 자동 연결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9D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1508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E2EE + SSS 보안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클라이언트 사이드 암호화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Shamir's Secret Sharing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7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1508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자체 POD 인프라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파파스컴퍼니 25년 인쇄 역량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원가 30~40% 절감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D573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AI 자서전 엔진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한국어 100+ 질문 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Claude API 자서전 생성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한국 시장 초특화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794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상속 실무, 가족 구조, 결제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560"/>
                </a:solidFill>
              </a:rPr>
              <a:t>장례 문화 최적화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실행 로드맵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2026 Q2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MVP 런칭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일기/편지/시크릿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출판/가족/유고열람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874520"/>
            <a:ext cx="457200" cy="457200"/>
          </a:xfrm>
          <a:prstGeom prst="ellipse">
            <a:avLst/>
          </a:prstGeom>
          <a:solidFill>
            <a:srgbClr val="00C9B7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7"/>
                </a:solidFill>
              </a:rPr>
              <a:t>2026 Q3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앱 스토어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iOS + Android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Capacitor 배포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457200" cy="457200"/>
          </a:xfrm>
          <a:prstGeom prst="ellipse">
            <a:avLst/>
          </a:prstGeom>
          <a:solidFill>
            <a:srgbClr val="FF6B9D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9D"/>
                </a:solidFill>
              </a:rPr>
              <a:t>2026 Q4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서비스 통합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AI 자서전 + 추모관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나의이야기 통합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457200" cy="457200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573"/>
                </a:solidFill>
              </a:rPr>
              <a:t>2027 Q1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B2B 확장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장례식장 30곳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상조/보험 제휴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18745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2027 H2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해외 진출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일본 시장 진출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560"/>
                </a:solidFill>
              </a:rPr>
              <a:t>APAC 확장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25년 인쇄 전문가 + AI 기술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554480"/>
            <a:ext cx="914400" cy="9144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파파스컴퍼니 대표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560"/>
                </a:solidFill>
              </a:rPr>
              <a:t>디지털 인쇄 업계 25년 경력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560"/>
                </a:solidFill>
              </a:rPr>
              <a:t>POD / 주문형 출판 인프라 보유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560"/>
                </a:solidFill>
              </a:rPr>
              <a:t>인쇄 자동화 + AI 기술 접목 추진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560"/>
                </a:solidFill>
              </a:rPr>
              <a:t>Printable (인쇄 SaaS) 개발 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파파스컴퍼니 역량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54864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인쇄 인프라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자체 POD 생산라인 보유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514600"/>
            <a:ext cx="54864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기술 역량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Printable SaaS + AI 파일 최적화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063240"/>
            <a:ext cx="54864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도메인 지식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인쇄→출판→개인출판 밸류체인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611880"/>
            <a:ext cx="54864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611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고객 접점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기존 B2B 인쇄 고객 네트워크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Stori</a:t>
            </a:r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</a:rPr>
              <a:t>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Investment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함께 기억의 미래를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만들어갈 파트너를 찾습니다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1463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265176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Pre-Seed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1~2억 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MVP 개발 완료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초기 마케팅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651760" cy="1463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2103120"/>
            <a:ext cx="2651760" cy="36576"/>
          </a:xfrm>
          <a:prstGeom prst="rect">
            <a:avLst/>
          </a:prstGeom>
          <a:solidFill>
            <a:srgbClr val="00C9B7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7"/>
                </a:solidFill>
              </a:rPr>
              <a:t>Seed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5~10억 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팀 확장 + B2B 영업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일본 시장 조사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651760" cy="1463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2103120"/>
            <a:ext cx="2651760" cy="36576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</a:rPr>
              <a:t>Series 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30~50억 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일본 진출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플랫폼 고도화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Stori</a:t>
            </a:r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storige.co.kr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파파스컴퍼니  |  contact@papascompany.co.kr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Storige 투자제안서</dc:title>
  <dc:subject>PptxGenJS Presentation</dc:subject>
  <dc:creator>파파스컴퍼니</dc:creator>
  <cp:lastModifiedBy>파파스컴퍼니</cp:lastModifiedBy>
  <cp:revision>1</cp:revision>
  <dcterms:created xsi:type="dcterms:W3CDTF">2026-03-24T11:24:07Z</dcterms:created>
  <dcterms:modified xsi:type="dcterms:W3CDTF">2026-03-24T11:24:07Z</dcterms:modified>
</cp:coreProperties>
</file>